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Tecnologia da escola, organizada em um só lugar.</a:t>
            </a:r>
          </a:p>
          <a:p/>
          <a:p>
            <a:r>
              <a:t>Acompanhe os equipamentos e os empréstimos.</a:t>
            </a:r>
          </a:p>
          <a:p>
            <a:r>
              <a:t>Professor: solicite, utilize e devolva.</a:t>
            </a:r>
          </a:p>
          <a:p>
            <a:r>
              <a:t>Administrador: gerencie, aprove e confira.</a:t>
            </a:r>
          </a:p>
          <a:p/>
          <a:p>
            <a:r>
              <a:t>Guia com telas demonstrativas do aplicativo.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perfil tem suas funções.</a:t>
            </a:r>
          </a:p>
          <a:p/>
          <a:p>
            <a:r>
              <a:t>Professor: agenda, acompanha e registra a utilização.</a:t>
            </a:r>
          </a:p>
          <a:p>
            <a:r>
              <a:t>Administrador: gerencia usuários e inventário; também opera as liberações.</a:t>
            </a:r>
          </a:p>
          <a:p>
            <a:r>
              <a:t>TI: aprova, libera e confere os aparelhos.</a:t>
            </a:r>
          </a:p>
          <a:p/>
          <a:p>
            <a:r>
              <a:t>O cadastro público cria somente contas de Professor.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pedido ao relatório final.</a:t>
            </a:r>
          </a:p>
          <a:p/>
          <a:p>
            <a:r>
              <a:t>1. Professor solicita → equipe aprova.</a:t>
            </a:r>
          </a:p>
          <a:p>
            <a:r>
              <a:t>2. Equipe libera → professor utiliza.</a:t>
            </a:r>
          </a:p>
          <a:p>
            <a:r>
              <a:t>3. Professor devolve → equipe confere.</a:t>
            </a:r>
          </a:p>
          <a:p>
            <a:r>
              <a:t>4. As contas responsáveis assinam o relatório.</a:t>
            </a:r>
          </a:p>
          <a:p/>
          <a:p>
            <a:r>
              <a:t>A liberação ocorre no dia do agendamento.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 navegador do computador ou celular.</a:t>
            </a:r>
          </a:p>
          <a:p/>
          <a:p>
            <a:r>
              <a:t>1. Abra o endereço do App Monitor.</a:t>
            </a:r>
          </a:p>
          <a:p>
            <a:r>
              <a:t>2. Informe seu e-mail e sua senha.</a:t>
            </a:r>
          </a:p>
          <a:p>
            <a:r>
              <a:t>3. Clique em Entrar.</a:t>
            </a:r>
          </a:p>
          <a:p>
            <a:r>
              <a:t>4. Confira seu nome e perfil no cabeçalho.</a:t>
            </a:r>
          </a:p>
          <a:p/>
          <a:p>
            <a:r>
              <a:t>Endereço: app-monitor-interface.onrender.com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próprio professor pode se cadastrar.</a:t>
            </a:r>
          </a:p>
          <a:p/>
          <a:p>
            <a:r>
              <a:t>1. Clique em Sou professor — criar minha conta.</a:t>
            </a:r>
          </a:p>
          <a:p>
            <a:r>
              <a:t>2. Informe seu nome inteiro e e-mail.</a:t>
            </a:r>
          </a:p>
          <a:p>
            <a:r>
              <a:t>3. Crie uma senha com pelo menos 12 caracteres.</a:t>
            </a:r>
          </a:p>
          <a:p>
            <a:r>
              <a:t>4. Confirme a senha e clique em Criar conta de professor.</a:t>
            </a:r>
          </a:p>
          <a:p/>
          <a:p>
            <a:r>
              <a:t>Contas de administrador e TI são criadas pela escola.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contas criadas pelo administrador.</a:t>
            </a:r>
          </a:p>
          <a:p/>
          <a:p>
            <a:r>
              <a:t>1. Entre com o e-mail e a senha provisória recebida.</a:t>
            </a:r>
          </a:p>
          <a:p>
            <a:r>
              <a:t>2. Digite a senha provisória no formulário.</a:t>
            </a:r>
          </a:p>
          <a:p>
            <a:r>
              <a:t>3. Crie e confirme sua nova senha.</a:t>
            </a:r>
          </a:p>
          <a:p>
            <a:r>
              <a:t>4. Clique em Salvar minha senha.</a:t>
            </a:r>
          </a:p>
          <a:p/>
          <a:p>
            <a:r>
              <a:t>A troca é obrigatória antes de usar as funções do app.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Veja seus pedidos e movimentações.</a:t>
            </a:r>
          </a:p>
          <a:p/>
          <a:p>
            <a:r>
              <a:t>1. Use Visão geral para acompanhar suas atividades.</a:t>
            </a:r>
          </a:p>
          <a:p>
            <a:r>
              <a:t>2. Abra Agendamentos para ver os pedidos.</a:t>
            </a:r>
          </a:p>
          <a:p>
            <a:r>
              <a:t>3. Em Meus dispositivos, acompanhe os empréstimos.</a:t>
            </a:r>
          </a:p>
          <a:p>
            <a:r>
              <a:t>4. Consulte as notificações no sino.</a:t>
            </a:r>
          </a:p>
          <a:p/>
          <a:p>
            <a:r>
              <a:t>O professor acompanha os próprios registros.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Solicite os aparelhos para sua aula.</a:t>
            </a:r>
          </a:p>
          <a:p/>
          <a:p>
            <a:r>
              <a:t>1. Clique em + Novo agendamento.</a:t>
            </a:r>
          </a:p>
          <a:p>
            <a:r>
              <a:t>2. Escolha data e horário; informe a turma.</a:t>
            </a:r>
          </a:p>
          <a:p>
            <a:r>
              <a:t>3. Selecione o tipo e a quantidade de aparelhos.</a:t>
            </a:r>
          </a:p>
          <a:p>
            <a:r>
              <a:t>4. Clique em Salvar agendamento.</a:t>
            </a:r>
          </a:p>
          <a:p/>
          <a:p>
            <a:r>
              <a:t>Tipos: Tablet, Notebook, Chromebook e Celular. Até 25 aparelhos por pedido.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Confira o pedido antes de retirar os aparelhos.</a:t>
            </a:r>
          </a:p>
          <a:p/>
          <a:p>
            <a:r>
              <a:t>1. Abra Agendamentos.</a:t>
            </a:r>
          </a:p>
          <a:p>
            <a:r>
              <a:t>2. Pendente: o pedido aguarda aprovação da equipe.</a:t>
            </a:r>
          </a:p>
          <a:p>
            <a:r>
              <a:t>3. Aprovado: combine a retirada com a equipe.</a:t>
            </a:r>
          </a:p>
          <a:p>
            <a:r>
              <a:t>4. Se editar o pedido, ele volta para aprovação.</a:t>
            </a:r>
          </a:p>
          <a:p/>
          <a:p>
            <a:r>
              <a:t>O professor solicita; a equipe registra a liberação.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Registre a utilização da turma.</a:t>
            </a:r>
          </a:p>
          <a:p/>
          <a:p>
            <a:r>
              <a:t>1. Abra Meus dispositivos → Abrir movimentação.</a:t>
            </a:r>
          </a:p>
          <a:p>
            <a:r>
              <a:t>2. Informe o aluno associado a cada aparelho.</a:t>
            </a:r>
          </a:p>
          <a:p>
            <a:r>
              <a:t>3. Escreva o relato da aula e das ocorrências.</a:t>
            </a:r>
          </a:p>
          <a:p>
            <a:r>
              <a:t>4. Entregue os aparelhos e clique em Enviar devolução.</a:t>
            </a:r>
          </a:p>
          <a:p/>
          <a:p>
            <a:r>
              <a:t>Depois do envio, a equipe precisa conferir o retorno físico.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Finalize o registro após a conferência.</a:t>
            </a:r>
          </a:p>
          <a:p/>
          <a:p>
            <a:r>
              <a:t>1. Abra Relatórios e assinaturas.</a:t>
            </a:r>
          </a:p>
          <a:p>
            <a:r>
              <a:t>2. Clique em Ver relatório e confira as informações.</a:t>
            </a:r>
          </a:p>
          <a:p>
            <a:r>
              <a:t>3. Desenhe sua assinatura no espaço indicado.</a:t>
            </a:r>
          </a:p>
          <a:p>
            <a:r>
              <a:t>4. Clique em Confirmar minha assinatura.</a:t>
            </a:r>
          </a:p>
          <a:p/>
          <a:p>
            <a:r>
              <a:t>Uma assinatura de professor pendente pode impedir novos pedidos.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Acompanhe a operação da escola.</a:t>
            </a:r>
          </a:p>
          <a:p/>
          <a:p>
            <a:r>
              <a:t>1. Consulte os indicadores e as notificações.</a:t>
            </a:r>
          </a:p>
          <a:p>
            <a:r>
              <a:t>2. Abra Usuários para gerenciar os acessos.</a:t>
            </a:r>
          </a:p>
          <a:p>
            <a:r>
              <a:t>3. Use Inventário para cuidar dos aparelhos.</a:t>
            </a:r>
          </a:p>
          <a:p>
            <a:r>
              <a:t>4. Acompanhe pedidos, retornos e relatórios.</a:t>
            </a:r>
          </a:p>
          <a:p/>
          <a:p>
            <a:r>
              <a:t>TI tem funções operacionais; a gestão de usuários é do administrador.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Cadastre e mantenha os acessos da equipe.</a:t>
            </a:r>
          </a:p>
          <a:p/>
          <a:p>
            <a:r>
              <a:t>1. Abra Usuários → + Novo usuário.</a:t>
            </a:r>
          </a:p>
          <a:p>
            <a:r>
              <a:t>2. Informe nome, e-mail e perfil correto.</a:t>
            </a:r>
          </a:p>
          <a:p>
            <a:r>
              <a:t>3. Cadastre e entregue a senha provisória em particular.</a:t>
            </a:r>
          </a:p>
          <a:p>
            <a:r>
              <a:t>4. Use as ações da lista para editar, redefinir senha ou desativar.</a:t>
            </a:r>
          </a:p>
          <a:p/>
          <a:p>
            <a:r>
              <a:t>Os professores também podem criar suas próprias contas na tela de entrada.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Identifique cada equipamento.</a:t>
            </a:r>
          </a:p>
          <a:p/>
          <a:p>
            <a:r>
              <a:t>1. Abra Inventário.</a:t>
            </a:r>
          </a:p>
          <a:p>
            <a:r>
              <a:t>2. Pesquise controle interno, série, QR, fabricante ou modelo.</a:t>
            </a:r>
          </a:p>
          <a:p>
            <a:r>
              <a:t>3. Abra Editar dispositivo para completar os dados.</a:t>
            </a:r>
          </a:p>
          <a:p>
            <a:r>
              <a:t>4. Use QR para visualizar e imprimir a etiqueta.</a:t>
            </a:r>
          </a:p>
          <a:p/>
          <a:p>
            <a:r>
              <a:t>Fabricante e modelo aparecem no inventário; os pedidos continuam por tipo.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Confira a seleção antes de gravar.</a:t>
            </a:r>
          </a:p>
          <a:p/>
          <a:p>
            <a:r>
              <a:t>1. Abra Inventário → Importar planilha.</a:t>
            </a:r>
          </a:p>
          <a:p>
            <a:r>
              <a:t>2. Selecione o .xls exportado pelo inventário escolar.</a:t>
            </a:r>
          </a:p>
          <a:p>
            <a:r>
              <a:t>3. Confira quantidades, conflitos e séries ausentes.</a:t>
            </a:r>
          </a:p>
          <a:p>
            <a:r>
              <a:t>4. Clique em Importar dispositivos.</a:t>
            </a:r>
          </a:p>
          <a:p/>
          <a:p>
            <a:r>
              <a:t>Entram somente os tipos selecionados com status Disponível; os demais ficam de fora.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a retirada dos equipamentos.</a:t>
            </a:r>
          </a:p>
          <a:p/>
          <a:p>
            <a:r>
              <a:t>1. Abra Agendamentos.</a:t>
            </a:r>
          </a:p>
          <a:p>
            <a:r>
              <a:t>2. Confira professor, turma, data, tipo e quantidade.</a:t>
            </a:r>
          </a:p>
          <a:p>
            <a:r>
              <a:t>3. Clique em Aprovar no pedido pendente.</a:t>
            </a:r>
          </a:p>
          <a:p>
            <a:r>
              <a:t>4. No dia agendado, clique em Liberar.</a:t>
            </a:r>
          </a:p>
          <a:p/>
          <a:p>
            <a:r>
              <a:t>Confira a disponibilidade física antes da entrega.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Escolha os aparelhos que serão entregues.</a:t>
            </a:r>
          </a:p>
          <a:p/>
          <a:p>
            <a:r>
              <a:t>1. Confira o agendamento selecionado.</a:t>
            </a:r>
          </a:p>
          <a:p>
            <a:r>
              <a:t>2. Leia o QR ou código de barras, ou digite o identificador.</a:t>
            </a:r>
          </a:p>
          <a:p>
            <a:r>
              <a:t>3. Também é possível marcar os aparelhos na lista.</a:t>
            </a:r>
          </a:p>
          <a:p>
            <a:r>
              <a:t>4. Confira a quantidade e clique em Liberar dispositivos.</a:t>
            </a:r>
          </a:p>
          <a:p/>
          <a:p>
            <a:r>
              <a:t>O tipo deve corresponder ao pedido; aparelhos em uso ou indisponíveis são bloqueados.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linha para escolher a etiqueta desejada.</a:t>
            </a:r>
          </a:p>
          <a:p/>
          <a:p>
            <a:r>
              <a:t>1. Clique em Abrir câmera e permita o acesso.</a:t>
            </a:r>
          </a:p>
          <a:p>
            <a:r>
              <a:t>2. Alinhe a etiqueta à linha vermelha central.</a:t>
            </a:r>
          </a:p>
          <a:p>
            <a:r>
              <a:t>3. Mantenha o código completo dentro da moldura.</a:t>
            </a:r>
          </a:p>
          <a:p>
            <a:r>
              <a:t>4. Afaste as outras etiquetas e procure boa iluminação.</a:t>
            </a:r>
          </a:p>
          <a:p/>
          <a:p>
            <a:r>
              <a:t>A leitura aceita QR e barras com identificador cadastrado. Imagem de câmera simulada.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Confira os aparelhos recebidos.</a:t>
            </a:r>
          </a:p>
          <a:p/>
          <a:p>
            <a:r>
              <a:t>1. Abra Movimentações e retorno → Abrir movimentação.</a:t>
            </a:r>
          </a:p>
          <a:p>
            <a:r>
              <a:t>2. Compare os aparelhos físicos com a lista.</a:t>
            </a:r>
          </a:p>
          <a:p>
            <a:r>
              <a:t>3. Atualize o estado e registre comentários quando necessário.</a:t>
            </a:r>
          </a:p>
          <a:p>
            <a:r>
              <a:t>4. Clique em Concluir conferência e assine o relatório.</a:t>
            </a:r>
          </a:p>
          <a:p/>
          <a:p>
            <a:r>
              <a:t>A devolução enviada pelo professor ainda depende desta conferência.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Recupere os registros concluídos.</a:t>
            </a:r>
          </a:p>
          <a:p/>
          <a:p>
            <a:r>
              <a:t>1. Abra Histórico.</a:t>
            </a:r>
          </a:p>
          <a:p>
            <a:r>
              <a:t>2. Localize o empréstimo desejado.</a:t>
            </a:r>
          </a:p>
          <a:p>
            <a:r>
              <a:t>3. Clique em Visualizar / PDF.</a:t>
            </a:r>
          </a:p>
          <a:p>
            <a:r>
              <a:t>4. Use Imprimir / salvar PDF para guardar uma cópia.</a:t>
            </a:r>
          </a:p>
          <a:p/>
          <a:p>
            <a:r>
              <a:t>As assinaturas são registros manuscritos de contas autenticadas, sem certificação ICP-Brasil.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navegador já permite usar o aplicativo.</a:t>
            </a:r>
          </a:p>
          <a:p/>
          <a:p>
            <a:r>
              <a:t>1. Abra o mesmo endereço no navegador do celular.</a:t>
            </a:r>
          </a:p>
          <a:p>
            <a:r>
              <a:t>2. Entre com sua conta normalmente.</a:t>
            </a:r>
          </a:p>
          <a:p>
            <a:r>
              <a:t>3. Se quiser, adicione um atalho à tela inicial.</a:t>
            </a:r>
          </a:p>
          <a:p>
            <a:r>
              <a:t>4. Para ler etiquetas, permita o acesso à câmera.</a:t>
            </a:r>
          </a:p>
          <a:p/>
          <a:p>
            <a:r>
              <a:t>No plano gratuito, a conexão inicial com o servidor pode demorar.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conta, um pedido e um registro completo.</a:t>
            </a:r>
          </a:p>
          <a:p/>
          <a:p>
            <a:r>
              <a:t>Professor: entrar → agendar → utilizar → devolver → assinar.</a:t>
            </a:r>
          </a:p>
          <a:p>
            <a:r>
              <a:t>Administrador: gerenciar → aprovar → liberar → conferir → assinar.</a:t>
            </a:r>
          </a:p>
          <a:p>
            <a:r>
              <a:t>Dificuldade com a senha? Procure o administrador.</a:t>
            </a:r>
          </a:p>
          <a:p>
            <a:r>
              <a:t>Série ausente? Confira a etiqueta S/N e complete o inventário.</a:t>
            </a:r>
          </a:p>
          <a:p/>
          <a:p>
            <a:r>
              <a:t>Acesse: https://app-monitor-interface.onrender.com</a:t>
            </a:r>
          </a:p>
          <a:p>
            <a:r>
              <a:t>Capturas reais do APP Monitor executado em ambiente isolado. Pessoas, alunos e identificadores exibidos são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app-monitor-interface.onrender.com" TargetMode="Externa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pp-monitor-interface.onrender.com" TargetMode="Externa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GUIA DE 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01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APP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Tecnologia da escola, organizada em um só lugar.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Acompanhe os equipamentos e os empréstimos.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676904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Professor: solicite, utilize e devolva.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9440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Administrador: gerencie, aprove e confira.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-painel-administr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067562"/>
            <a:ext cx="7406640" cy="5143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Guia com telas demonstrativas do aplicativo.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VISÃO GERAL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02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32688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0223F"/>
                </a:solidFill>
                <a:latin typeface="Arial"/>
              </a:defRPr>
            </a:pPr>
            <a:r>
              <a:t>Quem faz o quê?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836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52637B"/>
                </a:solidFill>
                <a:latin typeface="Arial"/>
              </a:defRPr>
            </a:pPr>
            <a:r>
              <a:t>Cada perfil tem suas funções.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3639312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3639312" cy="8229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0223F"/>
                </a:solidFill>
                <a:latin typeface="Arial"/>
              </a:defRPr>
            </a:pPr>
            <a:r>
              <a:t>PROFESSOR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84448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0223F"/>
                </a:solidFill>
                <a:latin typeface="Arial"/>
              </a:defRPr>
            </a:pPr>
            <a:r>
              <a:t>agenda, acompanha e registra a utilização.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697480"/>
            <a:ext cx="3639312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697480"/>
            <a:ext cx="3639312" cy="82296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9260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0223F"/>
                </a:solidFill>
                <a:latin typeface="Arial"/>
              </a:defRPr>
            </a:pPr>
            <a:r>
              <a:t>ADMINISTRADOR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584448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0223F"/>
                </a:solidFill>
                <a:latin typeface="Arial"/>
              </a:defRPr>
            </a:pPr>
            <a:r>
              <a:t>gerencia usuários e inventário; também opera as liberações.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697480"/>
            <a:ext cx="3639312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697480"/>
            <a:ext cx="3639312" cy="82296"/>
          </a:xfrm>
          <a:prstGeom prst="rect">
            <a:avLst/>
          </a:prstGeom>
          <a:solidFill>
            <a:srgbClr val="10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0223F"/>
                </a:solidFill>
                <a:latin typeface="Arial"/>
              </a:defRPr>
            </a:pPr>
            <a:r>
              <a:t>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84448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0223F"/>
                </a:solidFill>
                <a:latin typeface="Arial"/>
              </a:defRPr>
            </a:pPr>
            <a:r>
              <a:t>aprova, libera e confere os aparelhos.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27648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637B"/>
                </a:solidFill>
                <a:latin typeface="Arial"/>
              </a:defRPr>
            </a:pPr>
            <a:r>
              <a:t>O cadastro público cria somente contas de Professor.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VISÃO GERAL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03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32688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0223F"/>
                </a:solidFill>
                <a:latin typeface="Arial"/>
              </a:defRPr>
            </a:pPr>
            <a:r>
              <a:t>O caminho de um empréstimo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836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52637B"/>
                </a:solidFill>
                <a:latin typeface="Arial"/>
              </a:defRPr>
            </a:pPr>
            <a:r>
              <a:t>Do pedido ao relatório final.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79776"/>
            <a:ext cx="73152" cy="274320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715768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0223F"/>
                </a:solidFill>
                <a:latin typeface="Arial"/>
              </a:defRPr>
            </a:pPr>
            <a:r>
              <a:t>1. Professor solicita → equipe aprova.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93008"/>
            <a:ext cx="73152" cy="274320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4290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0223F"/>
                </a:solidFill>
                <a:latin typeface="Arial"/>
              </a:defRPr>
            </a:pPr>
            <a:r>
              <a:t>2. Equipe libera → professor utiliza.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06240"/>
            <a:ext cx="73152" cy="274320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142232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0223F"/>
                </a:solidFill>
                <a:latin typeface="Arial"/>
              </a:defRPr>
            </a:pPr>
            <a:r>
              <a:t>3. Professor devolve → equipe confere.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919472"/>
            <a:ext cx="73152" cy="274320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855464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0223F"/>
                </a:solidFill>
                <a:latin typeface="Arial"/>
              </a:defRPr>
            </a:pPr>
            <a:r>
              <a:t>4. As contas responsáveis assinam o relatório.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27648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637B"/>
                </a:solidFill>
                <a:latin typeface="Arial"/>
              </a:defRPr>
            </a:pPr>
            <a:r>
              <a:t>A liberação ocorre no dia do agendamento.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TODOS OS PERFIS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04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Como entrar no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Use o navegador do computador ou celular.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Abra o endereço do App Monitor.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676904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Informe seu e-mail e sua senha.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9440"/>
            <a:ext cx="3410712" cy="361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Clique em Entrar.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890007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Confira seu nome e perfil no cabeçalho.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940" y="1051560"/>
            <a:ext cx="3827543" cy="51755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rPr>
                <a:hlinkClick r:id="rId3"/>
              </a:rPr>
              <a:t>Endereço: app-monitor-interface.onrender.com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PRIMEIRO ACESSO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05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Professor: criar sua conta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O próprio professor pode se cadastrar.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Clique em Sou professor — criar minha conta.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676904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Informe seu nome inteiro e e-mail.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9440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Crie uma senha com pelo menos 12 caracteres.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14197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Confirme a senha e clique em Criar conta de professor.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2-cadastro-profes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529" y="1051560"/>
            <a:ext cx="3252365" cy="51755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Contas de administrador e TI são criadas pela escola.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PRIMEIRO ACESSO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06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Trocar a senha provisória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Para contas criadas pelo administrador.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Entre com o e-mail e a senha provisória recebida.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676904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Digite a senha provisória no formulário.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9440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Crie e confirme sua nova senha.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14197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Clique em Salvar minha senha.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9-primeira-sen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133" y="1051560"/>
            <a:ext cx="3981156" cy="517550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A troca é obrigatória antes de usar as funções do app.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07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Professor: sua visão geral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Veja seus pedidos e movimentações.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Use Visão geral para acompanhar suas atividades.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676904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Abra Agendamentos para ver os pedidos.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9440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Em Meus dispositivos, acompanhe os empréstimos.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14197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Consulte as notificações no sino.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0-painel-profes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067562"/>
            <a:ext cx="7406640" cy="5143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O professor acompanha os próprios registros.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08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Fazer um agendamento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Solicite os aparelhos para sua aula.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Clique em + Novo agendamento.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676904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Escolha data e horário; informe a turma.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9440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Selecione o tipo e a quantidade de aparelhos.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14197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Clique em Salvar agendamento.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1-novo-agend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2319583"/>
            <a:ext cx="7406640" cy="263945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Tipos: Tablet, Notebook, Chromebook e Celular. Até 25 aparelhos por pedido.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09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Acompanhar a aprovação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Confira o pedido antes de retirar os aparelhos.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361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Abra Agendamentos.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42493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Pendente: o pedido aguarda aprovação da equipe.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157472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Aprovado: combine a retirada com a equipe.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89000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Se editar o pedido, ele volta para aprovação.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2-pedido-pend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067562"/>
            <a:ext cx="7406640" cy="5143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O professor solicita; a equipe registra a liberação.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10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Usar e devolver os aparelhos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Registre a utilização da turma.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Abra Meus dispositivos → Abrir movimentação.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676904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Informe o aluno associado a cada aparelho.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9440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Escreva o relato da aula e das ocorrências.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14197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Entregue os aparelhos e clique em Enviar devolução.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6-uso-e-devol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760718"/>
            <a:ext cx="7406640" cy="375718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Depois do envio, a equipe precisa conferir o retorno físico.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11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Assinar o relatório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Finalize o registro após a conferência.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361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Abra Relatórios e assinaturas.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42493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Clique em Ver relatório e confira as informações.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157472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Desenhe sua assinatura no espaço indicado.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89000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Clique em Confirmar minha assinatura.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8-assina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660" y="1051560"/>
            <a:ext cx="6188102" cy="51755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Uma assinatura de professor pendente pode impedir novos pedidos.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ADMINISTRADOR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12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Administrador: visão geral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Acompanhe a operação da escola.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Consulte os indicadores e as notificações.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676904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Abra Usuários para gerenciar os acessos.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9440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Use Inventário para cuidar dos aparelhos.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14197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Acompanhe pedidos, retornos e relatórios.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3-painel-administr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067562"/>
            <a:ext cx="7406640" cy="5143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TI tem funções operacionais; a gestão de usuários é do administrador.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ADMINISTRADOR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13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Gerenciar os usuários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Cadastre e mantenha os acessos da equipe.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Abra Usuários → + Novo usuário.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676904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Informe nome, e-mail e perfil correto.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9440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Cadastre e entregue a senha provisória em particular.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141976"/>
            <a:ext cx="3410712" cy="865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Use as ações da lista para editar, redefinir senha ou desativar.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5-cadastrar-usu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200" y="1051560"/>
            <a:ext cx="5015023" cy="51755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Os professores também podem criar suas próprias contas na tela de entrada.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ADMINISTRADOR / 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14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Conhecer o inventário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Identifique cada equipamento.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361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Abra Inventário.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42493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Pesquise controle interno, série, QR, fabricante ou modelo.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157472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Abra Editar dispositivo para completar os dados.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89000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Use QR para visualizar e imprimir a etiqueta.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6-invent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067562"/>
            <a:ext cx="7406640" cy="5143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Fabricante e modelo aparecem no inventário; os pedidos continuam por tipo.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ADMINISTRADOR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15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Importar a planilha da escola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Confira a seleção antes de gravar.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Abra Inventário → Importar planilha.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676904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Selecione o .xls exportado pelo inventário escolar.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9440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Confira quantidades, conflitos e séries ausentes.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14197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Clique em Importar dispositivos.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8-importar-planil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2117584"/>
            <a:ext cx="7406640" cy="30434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Entram somente os tipos selecionados com status Disponível; os demais ficam de fora.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ADMINISTRADOR / 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16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Aprovar um pedido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Prepare a retirada dos equipamentos.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361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Abra Agendamentos.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42493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Confira professor, turma, data, tipo e quantidade.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157472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Clique em Aprovar no pedido pendente.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89000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No dia agendado, clique em Liberar.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3-aprovar-ped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067562"/>
            <a:ext cx="7406640" cy="5143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Confira a disponibilidade física antes da entrega.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ADMINISTRADOR / 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17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Liberar os dispositivos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Escolha os aparelhos que serão entregues.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Confira o agendamento selecionado.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676904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Leia o QR ou código de barras, ou digite o identificador.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9440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Também é possível marcar os aparelhos na lista.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14197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Confira a quantidade e clique em Liberar dispositivos.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4-liberar-disposi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067562"/>
            <a:ext cx="7406640" cy="5143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O tipo deve corresponder ao pedido; aparelhos em uso ou indisponíveis são bloqueados.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ADMINISTRADOR / 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18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Apontar a câmera corretamente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Use a linha para escolher a etiqueta desejada.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Clique em Abrir câmera e permita o acesso.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676904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Alinhe a etiqueta à linha vermelha central.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9440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Mantenha o código completo dentro da moldura.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14197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Afaste as outras etiquetas e procure boa iluminação.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5-camera-mi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403853"/>
            <a:ext cx="7406640" cy="44709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A leitura aceita QR e barras com identificador cadastrado. Imagem de câmera simulada.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ADMINISTRADOR / 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19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Conferir a devolução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Confira os aparelhos recebidos.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Abra Movimentações e retorno → Abrir movimentação.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676904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Compare os aparelhos físicos com a lista.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9440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Atualize o estado e registre comentários quando necessário.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14197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Clique em Concluir conferência e assine o relatório.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7-conferir-reto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700118"/>
            <a:ext cx="7406640" cy="387838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A devolução enviada pelo professor ainda depende desta conferência.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TODOS OS PERFIS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20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Consultar o histórico e o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Recupere os registros concluídos.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361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Abra Histórico.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42493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Localize o empréstimo desejado.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157472"/>
            <a:ext cx="3410712" cy="361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Clique em Visualizar / PDF.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638040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Use Imprimir / salvar PDF para guardar uma cópia.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9-relato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040" y="1051560"/>
            <a:ext cx="7063342" cy="51755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As assinaturas são registros manuscritos de contas autenticadas, sem certificação ICP-Brasil.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TODOS OS PERFIS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21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223F"/>
                </a:solidFill>
                <a:latin typeface="Arial"/>
              </a:defRPr>
            </a:pPr>
            <a:r>
              <a:t>Usar no celular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2637B"/>
                </a:solidFill>
                <a:latin typeface="Arial"/>
              </a:defRPr>
            </a:pPr>
            <a:r>
              <a:t>O navegador já permite usar o aplicativo.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1. Abra o mesmo endereço no navegador do celular.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676904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2. Entre com sua conta normalmente.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409440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3. Se quiser, adicione um atalho à tela inicial.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141976"/>
            <a:ext cx="3410712" cy="61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0223F"/>
                </a:solidFill>
                <a:latin typeface="Arial"/>
              </a:defRPr>
            </a:pPr>
            <a:r>
              <a:t>4. Para ler etiquetas, permita o acesso à câmera.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950976"/>
            <a:ext cx="7589520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0-cel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949" y="1051560"/>
            <a:ext cx="2391524" cy="51755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No plano gratuito, a conexão inicial com o servidor pode demorar.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502920" cy="438912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490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637B"/>
                </a:solidFill>
                <a:latin typeface="Arial"/>
              </a:defRPr>
            </a:pPr>
            <a:r>
              <a:t>APP MONITOR  /  RESUMO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291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37B"/>
                </a:solidFill>
                <a:latin typeface="Arial"/>
              </a:defRPr>
            </a:pPr>
            <a:r>
              <a:t>22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32688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0223F"/>
                </a:solidFill>
                <a:latin typeface="Arial"/>
              </a:defRPr>
            </a:pPr>
            <a:r>
              <a:t>Pronto para começar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836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52637B"/>
                </a:solidFill>
                <a:latin typeface="Arial"/>
              </a:defRPr>
            </a:pPr>
            <a:r>
              <a:t>Uma conta, um pedido e um registro completo.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79776"/>
            <a:ext cx="73152" cy="274320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715768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0223F"/>
                </a:solidFill>
                <a:latin typeface="Arial"/>
              </a:defRPr>
            </a:pPr>
            <a:r>
              <a:t>Professor: entrar → agendar → utilizar → devolver → assinar.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93008"/>
            <a:ext cx="73152" cy="274320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4290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0223F"/>
                </a:solidFill>
                <a:latin typeface="Arial"/>
              </a:defRPr>
            </a:pPr>
            <a:r>
              <a:t>Administrador: gerenciar → aprovar → liberar → conferir → assinar.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06240"/>
            <a:ext cx="73152" cy="274320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142232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0223F"/>
                </a:solidFill>
                <a:latin typeface="Arial"/>
              </a:defRPr>
            </a:pPr>
            <a:r>
              <a:t>Dificuldade com a senha? Procure o administrador.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919472"/>
            <a:ext cx="73152" cy="274320"/>
          </a:xfrm>
          <a:prstGeom prst="rect">
            <a:avLst/>
          </a:prstGeom>
          <a:solidFill>
            <a:srgbClr val="13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855464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0223F"/>
                </a:solidFill>
                <a:latin typeface="Arial"/>
              </a:defRPr>
            </a:pPr>
            <a:r>
              <a:t>Série ausente? Confira a etiqueta S/N e complete o inventário.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27648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637B"/>
                </a:solidFill>
                <a:latin typeface="Arial"/>
              </a:defRPr>
            </a:pPr>
            <a:r>
              <a:rPr>
                <a:hlinkClick r:id="rId2"/>
              </a:rPr>
              <a:t>Acesse: https://app-monitor-interface.onrender.com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6751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2637B"/>
                </a:solidFill>
                <a:latin typeface="Arial"/>
              </a:defRPr>
            </a:pPr>
            <a:r>
              <a:t>Telas demonstrativas • dados fictícios • guia de referência da escola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Monitor — Guia de uso</dc:title>
  <dc:subject>Treinamento de administradores, TI e professores</dc:subject>
  <dc:creator>APP Monitor</dc:creator>
  <cp:keywords/>
  <dc:description>Capturas do aplicativo com dados fictícios de demonstração.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